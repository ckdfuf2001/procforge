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월간보고서 2026-10 (최종)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ProcForge M3.5 dogfood용 샘플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9월 실적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r>
                        <a:t>제품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수량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매출(세전)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1,000,000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10월 전망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(작성 예정)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