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월간보고서 2026-09 (최종)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2026-09 실적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04800">
                <a:tc>
                  <a:txBody>
                    <a:bodyPr/>
                    <a:lstStyle/>
                    <a:p>
                      <a: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매출(세전)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1,200,000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