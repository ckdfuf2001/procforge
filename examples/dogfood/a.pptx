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월간보고서 2026-09 (초안)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ProcForge M3.5 dogfood용 샘플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9월 실적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매출(부가세 포함)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1,320,000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10월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(작성 예정)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